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1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7ACAA-434C-760D-B66F-27D7C1341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CCDE64-3EE0-C552-991C-D3694B9BC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9ABB4-15D9-6BFC-067B-7CA11BF4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8B7E96-BEEC-5DB6-6B0B-251F818F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9A24C7-B1C9-5E28-79D8-755FAE41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76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C4F7C-4E73-7B41-D9F9-ABBB6FF2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1BB49C-C694-36C3-5023-C9EAE1D52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658FFD-1A09-40BE-4A8C-7F90D1F6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14A6A8-5799-D40F-288F-2A9229F0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039146-81BF-5D0E-9ED6-0A1D6E5D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64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8645D-C515-A908-F60F-1CAF848D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C20189-96D1-6A25-9AA4-9E7D93594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E0639E-C34A-99D5-A6BB-442CA3B0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B08BD5-4E0E-0093-000E-4F76583B1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4F2B01-9FEB-3D02-49B3-B8135B6D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469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B856D8-0588-BF5A-7FB6-6C7AD064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59532D-AF96-9312-B9F4-F904E92AC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06D11F-6F84-7310-E156-F82542478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B4BC2D-F23E-3697-809A-4AF3772C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3C6DDE-8F4A-567E-2E37-42251031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0EA0C6-C41E-3A0D-EDD2-0CB5A5E4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64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40A25-51F4-1D92-9ACC-C545FFBB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100B97-9BC3-4F17-70A7-37EE299DF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751675-386D-1888-0DC5-510B325F1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9F19F3-4B01-67A2-C4BD-B8974778C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486C60B-B073-8508-AE8C-8A1490E5B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9B4E32C-61CB-5F3A-0E55-74DAC8CF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840AB67-8765-BCF0-F3A4-982912A84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69D907-2E80-A2F2-47DD-1614B7B4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21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C5DA2F-892D-898F-02D4-60C53EB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BBD6AD-A102-BD12-7E1E-5070625F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837DF7-FAE3-5744-3FDF-567101CD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CEB238-DAA7-47AE-8F21-0F979CE7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16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5C4C339-CFC4-1831-DDB5-CF389FAD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60CD16E-85FF-232C-A61F-4428D329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5260FB-EC1D-C620-2291-CEA1F514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17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EA9BA-A758-7E25-5115-726FDD88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487730-7639-297D-48F6-6CBA1A67F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20A451-5D66-C0A4-25DC-1EBBDAE49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CF7FA0-55D9-8631-BDFF-3733504E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761895-2553-90A3-E6CB-66D69982D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2108DB-DBA6-6BEC-BFC4-1F8D0A20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038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3DA41D-1055-CC10-CDE6-9AF787DD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9677600-C75F-4D0B-8E51-E75892E9D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244114-3C63-50C3-6A57-AA9E61F35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7B32C0-B900-41CA-97FF-9B74C736F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53110B-C96E-F446-456B-DD61FBE5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95F708-35EC-5691-CC61-283342C2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08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D145F-1278-AA4D-F626-4442F22B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E0CE75-EB57-FC69-463F-391DBD558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C29C85-6FD7-0626-CC67-E627B54D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663F5A-3E88-C9A8-2F0D-E3133DC7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27FD82-90A1-2047-25FF-97B793F1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0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91EC8C5-44A3-6BAF-8889-A90C6E9A0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DD7AC4-2BE3-3A76-1E45-8B454DAE4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CB862A-BFC9-B03B-3321-2F853EFC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38271A-12B8-1B66-6EA7-83D6DA4E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97FB17-AE69-1C87-B820-B7117365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550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30705FE-C3EC-E8F8-AADC-49ABFCD6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6E8528-B151-523B-375D-F86760F1D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9F2AD7-745B-A34D-AA31-54A334F0E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7220C-B57D-4035-8F2F-BA557BA9A609}" type="datetimeFigureOut">
              <a:rPr lang="fr-FR" smtClean="0"/>
              <a:t>09/04/2025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E6495B-6B17-8535-56CB-F41AEC09D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43CEF5-23A6-FF01-FEF8-33D0E36F0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B55FC-7ACF-4866-9136-69FEFDA1A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860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1254563-8C0D-473A-A0E5-B7C44162619C}"/>
              </a:ext>
            </a:extLst>
          </p:cNvPr>
          <p:cNvSpPr txBox="1"/>
          <p:nvPr/>
        </p:nvSpPr>
        <p:spPr>
          <a:xfrm>
            <a:off x="831273" y="62345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I123 //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15550F-A9A7-7969-A424-F567AA640D88}"/>
              </a:ext>
            </a:extLst>
          </p:cNvPr>
          <p:cNvSpPr txBox="1"/>
          <p:nvPr/>
        </p:nvSpPr>
        <p:spPr>
          <a:xfrm>
            <a:off x="2611582" y="634538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553F336-6745-B048-55A4-20800E7052DD}"/>
              </a:ext>
            </a:extLst>
          </p:cNvPr>
          <p:cNvSpPr txBox="1"/>
          <p:nvPr/>
        </p:nvSpPr>
        <p:spPr>
          <a:xfrm>
            <a:off x="5382490" y="6165273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ER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A38200B-46D1-1358-55FE-B82795668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338" y="170302"/>
            <a:ext cx="1566370" cy="11878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1969422-B862-56F2-6DAD-E3BE4F97A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06" y="170302"/>
            <a:ext cx="1602032" cy="118780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41E271B-F0D3-171D-3B9B-783A8D496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46" y="1303848"/>
            <a:ext cx="1602032" cy="118780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43A9C05-4C45-CDE7-442B-3F1586565403}"/>
              </a:ext>
            </a:extLst>
          </p:cNvPr>
          <p:cNvSpPr txBox="1"/>
          <p:nvPr/>
        </p:nvSpPr>
        <p:spPr>
          <a:xfrm>
            <a:off x="940629" y="1528420"/>
            <a:ext cx="607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Tc //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0F3EDC9-4ADB-1B8B-C31A-4F5C4FE78A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000" y="1303848"/>
            <a:ext cx="1566370" cy="118780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C6B9563-8288-5439-9D1E-A60EAEB8D5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06" y="2581388"/>
            <a:ext cx="1602032" cy="1187808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8363994B-1142-BBBD-3757-441F059E7697}"/>
              </a:ext>
            </a:extLst>
          </p:cNvPr>
          <p:cNvSpPr txBox="1"/>
          <p:nvPr/>
        </p:nvSpPr>
        <p:spPr>
          <a:xfrm>
            <a:off x="875412" y="2861379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I123 </a:t>
            </a:r>
            <a:r>
              <a:rPr lang="fr-FR" dirty="0" err="1"/>
              <a:t>pinhole</a:t>
            </a:r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E4082A6-24AA-2327-927A-0329FA76C9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378" y="2601014"/>
            <a:ext cx="1566370" cy="118780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9350F636-1105-3E5D-44E2-927CA2C119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06" y="3769196"/>
            <a:ext cx="1602032" cy="1187808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317F39FC-6406-81C2-902C-C04FE03A6A95}"/>
              </a:ext>
            </a:extLst>
          </p:cNvPr>
          <p:cNvSpPr txBox="1"/>
          <p:nvPr/>
        </p:nvSpPr>
        <p:spPr>
          <a:xfrm>
            <a:off x="1087624" y="4178434"/>
            <a:ext cx="1136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Tc </a:t>
            </a:r>
            <a:r>
              <a:rPr lang="fr-FR" dirty="0" err="1"/>
              <a:t>pinhole</a:t>
            </a:r>
            <a:endParaRPr lang="fr-FR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56B46274-A6E5-2CB4-4CD5-915A13A935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378" y="3842129"/>
            <a:ext cx="1566370" cy="118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8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C4BC7C-9941-B1D4-67F0-EF237563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Condition local //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3AD7EE-E771-1305-0D7B-BD951033B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817" y="76201"/>
            <a:ext cx="2778867" cy="24551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133ABE7-4E74-66D0-404F-5C2124A6A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557" y="76200"/>
            <a:ext cx="2778867" cy="245516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ACAFEEB-0646-E7C4-7AA8-518350B6BC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817" y="2448241"/>
            <a:ext cx="2653418" cy="234433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35487A4-7B5C-4E83-2849-CE48D93EDC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557" y="2673928"/>
            <a:ext cx="2778867" cy="245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3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6FB3B-4162-37A8-08E6-B71C90F8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080B4-8DA0-503C-D2E7-7ED421C1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17" y="517525"/>
            <a:ext cx="10515600" cy="1325563"/>
          </a:xfrm>
        </p:spPr>
        <p:txBody>
          <a:bodyPr/>
          <a:lstStyle/>
          <a:p>
            <a:r>
              <a:rPr lang="fr-FR" dirty="0"/>
              <a:t>Condition local </a:t>
            </a:r>
            <a:br>
              <a:rPr lang="fr-FR" dirty="0"/>
            </a:br>
            <a:r>
              <a:rPr lang="fr-FR" dirty="0" err="1"/>
              <a:t>pinhole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9ACAB7C-ECAD-8272-11F6-F9913185F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667" y="360218"/>
            <a:ext cx="2806299" cy="247985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BCCB8F4-8724-018E-3F70-20555428B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272" y="360218"/>
            <a:ext cx="2806299" cy="247985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085295C-6410-2C89-C2F1-4CB1186AD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308" y="3131128"/>
            <a:ext cx="2806299" cy="247985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06DD55D-A819-47CF-D6F6-C7C27B0B83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399" y="3311236"/>
            <a:ext cx="2806299" cy="247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657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Grand écran</PresentationFormat>
  <Paragraphs>8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Condition local //</vt:lpstr>
      <vt:lpstr>Condition local  pinhole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Jaudet</dc:creator>
  <cp:lastModifiedBy>Cyril Jaudet</cp:lastModifiedBy>
  <cp:revision>16</cp:revision>
  <dcterms:created xsi:type="dcterms:W3CDTF">2025-04-09T14:06:41Z</dcterms:created>
  <dcterms:modified xsi:type="dcterms:W3CDTF">2025-04-09T14:54:57Z</dcterms:modified>
</cp:coreProperties>
</file>